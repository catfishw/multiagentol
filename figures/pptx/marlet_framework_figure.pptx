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9"/>
    <p:restoredTop sz="94188"/>
  </p:normalViewPr>
  <p:slideViewPr>
    <p:cSldViewPr snapToGrid="0" snapToObjects="1">
      <p:cViewPr>
        <p:scale>
          <a:sx n="80" d="100"/>
          <a:sy n="80" d="100"/>
        </p:scale>
        <p:origin x="448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63E16-4C7C-A645-9EE0-BA068410D510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4113C-5E28-1640-8EDB-2A6F28245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32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A4113C-5E28-1640-8EDB-2A6F282456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53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28016"/>
            <a:ext cx="8778240" cy="347472"/>
          </a:xfrm>
          <a:prstGeom prst="rect">
            <a:avLst/>
          </a:prstGeom>
          <a:noFill/>
        </p:spPr>
        <p:txBody>
          <a:bodyPr wrap="none" lIns="54864" tIns="36576" rIns="54864" bIns="36576">
            <a:spAutoFit/>
          </a:bodyPr>
          <a:lstStyle/>
          <a:p>
            <a:pPr algn="l"/>
            <a:r>
              <a:rPr sz="1800" b="1" dirty="0">
                <a:solidFill>
                  <a:srgbClr val="172033"/>
                </a:solidFill>
                <a:latin typeface="Aptos"/>
              </a:rPr>
              <a:t>MARLET Framework: Multi-Agent Retrieval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8778240" cy="237744"/>
          </a:xfrm>
          <a:prstGeom prst="rect">
            <a:avLst/>
          </a:prstGeom>
          <a:noFill/>
        </p:spPr>
        <p:txBody>
          <a:bodyPr wrap="none" lIns="54864" tIns="36576" rIns="54864" bIns="36576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Coordination scopes the evidence need; retrieval is called only when it is worth spending.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72600" y="164592"/>
            <a:ext cx="242316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850" b="1" dirty="0">
                <a:solidFill>
                  <a:srgbClr val="172033"/>
                </a:solidFill>
                <a:latin typeface="Aptos"/>
              </a:rPr>
              <a:t>Shared LLM backbone</a:t>
            </a:r>
          </a:p>
          <a:p>
            <a:pPr algn="ctr"/>
            <a:r>
              <a:rPr sz="650" b="0" dirty="0">
                <a:solidFill>
                  <a:srgbClr val="64748B"/>
                </a:solidFill>
                <a:latin typeface="Aptos"/>
              </a:rPr>
              <a:t>Qwen3.5, budget 512, cap 900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960120"/>
            <a:ext cx="1572768" cy="4608576"/>
          </a:xfrm>
          <a:prstGeom prst="roundRect">
            <a:avLst/>
          </a:prstGeom>
          <a:solidFill>
            <a:srgbClr val="E8F0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353312" cy="182880"/>
          </a:xfrm>
          <a:prstGeom prst="rect">
            <a:avLst/>
          </a:prstGeom>
          <a:noFill/>
        </p:spPr>
        <p:txBody>
          <a:bodyPr wrap="none" lIns="54864" tIns="36576" rIns="54864" bIns="36576">
            <a:spAutoFit/>
          </a:bodyPr>
          <a:lstStyle/>
          <a:p>
            <a:pPr algn="ctr"/>
            <a:r>
              <a:rPr sz="650" b="1" dirty="0">
                <a:solidFill>
                  <a:srgbClr val="2563EB"/>
                </a:solidFill>
                <a:latin typeface="Aptos"/>
              </a:rPr>
              <a:t>1. 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960120"/>
            <a:ext cx="2907792" cy="4608576"/>
          </a:xfrm>
          <a:prstGeom prst="roundRect">
            <a:avLst/>
          </a:prstGeom>
          <a:solidFill>
            <a:srgbClr val="E8F7ED"/>
          </a:solidFill>
          <a:ln w="1016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304288" y="987552"/>
            <a:ext cx="2688336" cy="182880"/>
          </a:xfrm>
          <a:prstGeom prst="rect">
            <a:avLst/>
          </a:prstGeom>
          <a:noFill/>
        </p:spPr>
        <p:txBody>
          <a:bodyPr wrap="none" lIns="54864" tIns="36576" rIns="54864" bIns="36576">
            <a:spAutoFit/>
          </a:bodyPr>
          <a:lstStyle/>
          <a:p>
            <a:pPr algn="ctr"/>
            <a:r>
              <a:rPr sz="650" b="1" dirty="0">
                <a:solidFill>
                  <a:srgbClr val="15803D"/>
                </a:solidFill>
                <a:latin typeface="Aptos"/>
              </a:rPr>
              <a:t>2. LLM specialists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76672" y="960120"/>
            <a:ext cx="1591056" cy="4608576"/>
          </a:xfrm>
          <a:prstGeom prst="roundRect">
            <a:avLst/>
          </a:prstGeom>
          <a:solidFill>
            <a:srgbClr val="FFF3D6"/>
          </a:solidFill>
          <a:ln w="1016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987552"/>
            <a:ext cx="1371600" cy="182880"/>
          </a:xfrm>
          <a:prstGeom prst="rect">
            <a:avLst/>
          </a:prstGeom>
          <a:noFill/>
        </p:spPr>
        <p:txBody>
          <a:bodyPr wrap="none" lIns="54864" tIns="36576" rIns="54864" bIns="36576">
            <a:spAutoFit/>
          </a:bodyPr>
          <a:lstStyle/>
          <a:p>
            <a:pPr algn="ctr"/>
            <a:r>
              <a:rPr sz="650" b="1" dirty="0">
                <a:solidFill>
                  <a:srgbClr val="B7791F"/>
                </a:solidFill>
                <a:latin typeface="Aptos"/>
              </a:rPr>
              <a:t>3. Brief +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5472" y="960120"/>
            <a:ext cx="1463040" cy="4608576"/>
          </a:xfrm>
          <a:prstGeom prst="roundRect">
            <a:avLst/>
          </a:prstGeom>
          <a:solidFill>
            <a:srgbClr val="DDF7F4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315200" y="987552"/>
            <a:ext cx="1243584" cy="182880"/>
          </a:xfrm>
          <a:prstGeom prst="rect">
            <a:avLst/>
          </a:prstGeom>
          <a:noFill/>
        </p:spPr>
        <p:txBody>
          <a:bodyPr wrap="none" lIns="54864" tIns="36576" rIns="54864" bIns="36576">
            <a:spAutoFit/>
          </a:bodyPr>
          <a:lstStyle/>
          <a:p>
            <a:pPr algn="ctr"/>
            <a:r>
              <a:rPr sz="650" b="1" dirty="0">
                <a:solidFill>
                  <a:srgbClr val="0F766E"/>
                </a:solidFill>
                <a:latin typeface="Aptos"/>
              </a:rPr>
              <a:t>4. Retrieval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960120"/>
            <a:ext cx="2907792" cy="4608576"/>
          </a:xfrm>
          <a:prstGeom prst="roundRect">
            <a:avLst/>
          </a:prstGeom>
          <a:solidFill>
            <a:srgbClr val="F0E7FF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9025128" y="987552"/>
            <a:ext cx="2688336" cy="182880"/>
          </a:xfrm>
          <a:prstGeom prst="rect">
            <a:avLst/>
          </a:prstGeom>
          <a:noFill/>
        </p:spPr>
        <p:txBody>
          <a:bodyPr wrap="none" lIns="54864" tIns="36576" rIns="54864" bIns="36576">
            <a:spAutoFit/>
          </a:bodyPr>
          <a:lstStyle/>
          <a:p>
            <a:pPr algn="ctr"/>
            <a:r>
              <a:rPr sz="650" b="1" dirty="0">
                <a:solidFill>
                  <a:srgbClr val="6D28D9"/>
                </a:solidFill>
                <a:latin typeface="Aptos"/>
              </a:rPr>
              <a:t>5. Prompt +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1133856" cy="4937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780" b="1" dirty="0">
                <a:solidFill>
                  <a:srgbClr val="172033"/>
                </a:solidFill>
                <a:latin typeface="Aptos"/>
              </a:rPr>
              <a:t>Input x</a:t>
            </a:r>
          </a:p>
          <a:p>
            <a:pPr algn="ctr"/>
            <a:r>
              <a:rPr sz="600" b="0" dirty="0" err="1">
                <a:solidFill>
                  <a:srgbClr val="64748B"/>
                </a:solidFill>
                <a:latin typeface="Aptos"/>
              </a:rPr>
              <a:t>q,o,c,h,r,v</a:t>
            </a:r>
            <a:endParaRPr sz="6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2048256"/>
            <a:ext cx="1133856" cy="4937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770" b="1">
                <a:solidFill>
                  <a:srgbClr val="172033"/>
                </a:solidFill>
                <a:latin typeface="Aptos"/>
              </a:rPr>
              <a:t>Router blob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q+c+r+h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798064"/>
            <a:ext cx="1133856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90" b="1">
                <a:solidFill>
                  <a:srgbClr val="172033"/>
                </a:solidFill>
                <a:latin typeface="Aptos"/>
              </a:rPr>
              <a:t>Cue scores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s_ev,s_cr,s_pl,s_ad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657600"/>
            <a:ext cx="1133856" cy="4937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750" b="1">
                <a:solidFill>
                  <a:srgbClr val="172033"/>
                </a:solidFill>
                <a:latin typeface="Aptos"/>
              </a:rPr>
              <a:t>RouteDecision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R,G,roles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33856" y="1792224"/>
            <a:ext cx="0" cy="256032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33856" y="2542032"/>
            <a:ext cx="0" cy="256032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33856" y="3383280"/>
            <a:ext cx="0" cy="27432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487168" y="1280160"/>
            <a:ext cx="2322576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740" b="1">
                <a:solidFill>
                  <a:srgbClr val="172033"/>
                </a:solidFill>
                <a:latin typeface="Aptos"/>
              </a:rPr>
              <a:t>Base AgentContext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example + route + budget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95728" y="2103120"/>
            <a:ext cx="118872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80" b="1">
                <a:solidFill>
                  <a:srgbClr val="172033"/>
                </a:solidFill>
                <a:latin typeface="Aptos"/>
              </a:rPr>
              <a:t>Planner LLM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strategy a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queries 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2103120"/>
            <a:ext cx="118872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80" b="1">
                <a:solidFill>
                  <a:srgbClr val="172033"/>
                </a:solidFill>
                <a:latin typeface="Aptos"/>
              </a:rPr>
              <a:t>Diagnoser LLM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visible state ell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95728" y="3127248"/>
            <a:ext cx="118872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80" b="1">
                <a:solidFill>
                  <a:srgbClr val="172033"/>
                </a:solidFill>
                <a:latin typeface="Aptos"/>
              </a:rPr>
              <a:t>Criteria LLM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rubric summary 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3127248"/>
            <a:ext cx="118872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80" b="1">
                <a:solidFill>
                  <a:srgbClr val="172033"/>
                </a:solidFill>
                <a:latin typeface="Aptos"/>
              </a:rPr>
              <a:t>Tools T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bounded local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max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242816"/>
            <a:ext cx="2176272" cy="438912"/>
          </a:xfrm>
          <a:prstGeom prst="roundRect">
            <a:avLst/>
          </a:prstGeom>
          <a:solidFill>
            <a:srgbClr val="E8F7ED"/>
          </a:solidFill>
          <a:ln w="1397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80" b="1">
                <a:solidFill>
                  <a:srgbClr val="172033"/>
                </a:solidFill>
                <a:latin typeface="Aptos"/>
              </a:rPr>
              <a:t>Coordinator merge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AgentResults -&gt; response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1792224"/>
            <a:ext cx="1225296" cy="164592"/>
          </a:xfrm>
          <a:prstGeom prst="rect">
            <a:avLst/>
          </a:prstGeom>
          <a:noFill/>
        </p:spPr>
        <p:txBody>
          <a:bodyPr wrap="none" lIns="54864" tIns="36576" rIns="54864" bIns="36576">
            <a:spAutoFit/>
          </a:bodyPr>
          <a:lstStyle/>
          <a:p>
            <a:pPr algn="ctr"/>
            <a:r>
              <a:rPr sz="610" b="1">
                <a:solidFill>
                  <a:srgbClr val="15803D"/>
                </a:solidFill>
                <a:latin typeface="Aptos"/>
              </a:rPr>
              <a:t>parallel async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00784" y="3904487"/>
            <a:ext cx="356616" cy="0"/>
          </a:xfrm>
          <a:prstGeom prst="line">
            <a:avLst/>
          </a:prstGeom>
          <a:ln w="1206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057400" y="1499616"/>
            <a:ext cx="0" cy="2404871"/>
          </a:xfrm>
          <a:prstGeom prst="line">
            <a:avLst/>
          </a:prstGeom>
          <a:ln w="1206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7400" y="1499616"/>
            <a:ext cx="429768" cy="0"/>
          </a:xfrm>
          <a:prstGeom prst="line">
            <a:avLst/>
          </a:prstGeom>
          <a:ln w="1206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57400" y="1499616"/>
            <a:ext cx="429768" cy="0"/>
          </a:xfrm>
          <a:prstGeom prst="line">
            <a:avLst/>
          </a:prstGeom>
          <a:ln w="1206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48456" y="1719072"/>
            <a:ext cx="0" cy="182880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990088" y="1901952"/>
            <a:ext cx="658368" cy="0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990088" y="1901952"/>
            <a:ext cx="0" cy="201168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990088" y="1901952"/>
            <a:ext cx="0" cy="201168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48456" y="1719072"/>
            <a:ext cx="0" cy="182880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48456" y="1901952"/>
            <a:ext cx="603504" cy="0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251960" y="1901952"/>
            <a:ext cx="0" cy="201168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251960" y="1901952"/>
            <a:ext cx="0" cy="201168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648456" y="1719072"/>
            <a:ext cx="0" cy="1225296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2990088" y="2944368"/>
            <a:ext cx="658368" cy="0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990088" y="2944368"/>
            <a:ext cx="0" cy="182880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990088" y="2944368"/>
            <a:ext cx="0" cy="182880"/>
          </a:xfrm>
          <a:prstGeom prst="line">
            <a:avLst/>
          </a:prstGeom>
          <a:ln w="10795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648456" y="1719072"/>
            <a:ext cx="0" cy="1225296"/>
          </a:xfrm>
          <a:prstGeom prst="line">
            <a:avLst/>
          </a:prstGeom>
          <a:ln w="10795">
            <a:solidFill>
              <a:srgbClr val="1580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648456" y="2944368"/>
            <a:ext cx="603504" cy="0"/>
          </a:xfrm>
          <a:prstGeom prst="line">
            <a:avLst/>
          </a:prstGeom>
          <a:ln w="10795">
            <a:solidFill>
              <a:srgbClr val="1580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251960" y="2944368"/>
            <a:ext cx="0" cy="182880"/>
          </a:xfrm>
          <a:prstGeom prst="line">
            <a:avLst/>
          </a:prstGeom>
          <a:ln w="10795">
            <a:solidFill>
              <a:srgbClr val="1580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251960" y="2944368"/>
            <a:ext cx="0" cy="182880"/>
          </a:xfrm>
          <a:prstGeom prst="line">
            <a:avLst/>
          </a:prstGeom>
          <a:ln w="10795">
            <a:solidFill>
              <a:srgbClr val="1580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990088" y="2670048"/>
            <a:ext cx="0" cy="1572768"/>
          </a:xfrm>
          <a:prstGeom prst="line">
            <a:avLst/>
          </a:prstGeom>
          <a:ln w="10160">
            <a:solidFill>
              <a:srgbClr val="1580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251960" y="2670048"/>
            <a:ext cx="0" cy="1572768"/>
          </a:xfrm>
          <a:prstGeom prst="line">
            <a:avLst/>
          </a:prstGeom>
          <a:ln w="10160">
            <a:solidFill>
              <a:srgbClr val="1580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990088" y="3694176"/>
            <a:ext cx="0" cy="548640"/>
          </a:xfrm>
          <a:prstGeom prst="line">
            <a:avLst/>
          </a:prstGeom>
          <a:ln w="10160">
            <a:solidFill>
              <a:srgbClr val="1580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251960" y="3694176"/>
            <a:ext cx="0" cy="548640"/>
          </a:xfrm>
          <a:prstGeom prst="line">
            <a:avLst/>
          </a:prstGeom>
          <a:ln w="10160">
            <a:solidFill>
              <a:srgbClr val="1580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5577840" y="1847088"/>
            <a:ext cx="1170432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710" b="1">
                <a:solidFill>
                  <a:srgbClr val="172033"/>
                </a:solidFill>
                <a:latin typeface="Aptos"/>
              </a:rPr>
              <a:t>Response brief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p,ell,u,T</a:t>
            </a:r>
          </a:p>
        </p:txBody>
      </p:sp>
      <p:sp>
        <p:nvSpPr>
          <p:cNvPr id="54" name="Diamond 53"/>
          <p:cNvSpPr/>
          <p:nvPr/>
        </p:nvSpPr>
        <p:spPr>
          <a:xfrm>
            <a:off x="5596128" y="3063240"/>
            <a:ext cx="1115568" cy="786384"/>
          </a:xfrm>
          <a:prstGeom prst="diamond">
            <a:avLst/>
          </a:prstGeom>
          <a:solidFill>
            <a:srgbClr val="FFF3D6"/>
          </a:solidFill>
          <a:ln w="1397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40" b="1">
                <a:solidFill>
                  <a:srgbClr val="172033"/>
                </a:solidFill>
                <a:latin typeface="Aptos"/>
              </a:rPr>
              <a:t>G=1?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s_ev&gt;=0.35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or R=EG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04688" y="3968496"/>
            <a:ext cx="1353312" cy="182880"/>
          </a:xfrm>
          <a:prstGeom prst="rect">
            <a:avLst/>
          </a:prstGeom>
          <a:noFill/>
        </p:spPr>
        <p:txBody>
          <a:bodyPr wrap="none" lIns="54864" tIns="36576" rIns="54864" bIns="36576">
            <a:spAutoFit/>
          </a:bodyPr>
          <a:lstStyle/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no: D is empty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4736592" y="2167128"/>
            <a:ext cx="841248" cy="2295144"/>
          </a:xfrm>
          <a:prstGeom prst="line">
            <a:avLst/>
          </a:prstGeom>
          <a:ln w="11430">
            <a:solidFill>
              <a:srgbClr val="1580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163056" y="2487168"/>
            <a:ext cx="0" cy="576072"/>
          </a:xfrm>
          <a:prstGeom prst="line">
            <a:avLst/>
          </a:prstGeom>
          <a:ln w="1524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388352" y="1627632"/>
            <a:ext cx="987552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90" b="1">
                <a:solidFill>
                  <a:srgbClr val="172033"/>
                </a:solidFill>
                <a:latin typeface="Aptos"/>
              </a:rPr>
              <a:t>Search(I,P)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planner queries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88352" y="2487168"/>
            <a:ext cx="987552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70" b="1">
                <a:solidFill>
                  <a:srgbClr val="172033"/>
                </a:solidFill>
                <a:latin typeface="Aptos"/>
              </a:rPr>
              <a:t>HybridIndex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word+char+SVD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88352" y="3346704"/>
            <a:ext cx="987552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60" b="1">
                <a:solidFill>
                  <a:srgbClr val="172033"/>
                </a:solidFill>
                <a:latin typeface="Aptos"/>
              </a:rPr>
              <a:t>Dedup/Rerank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MMR pack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88352" y="4242816"/>
            <a:ext cx="987552" cy="420624"/>
          </a:xfrm>
          <a:prstGeom prst="roundRect">
            <a:avLst/>
          </a:prstGeom>
          <a:solidFill>
            <a:srgbClr val="DDF7F4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70" b="1">
                <a:solidFill>
                  <a:srgbClr val="172033"/>
                </a:solidFill>
                <a:latin typeface="Aptos"/>
              </a:rPr>
              <a:t>Evidence D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&lt;=4 chunks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11696" y="3456432"/>
            <a:ext cx="384048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095744" y="1865376"/>
            <a:ext cx="0" cy="1591056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095744" y="1865376"/>
            <a:ext cx="292608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095744" y="1865376"/>
            <a:ext cx="292608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882127" y="2103120"/>
            <a:ext cx="0" cy="384048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882127" y="2962656"/>
            <a:ext cx="0" cy="384048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882127" y="3858768"/>
            <a:ext cx="0" cy="384048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9198864" y="1298448"/>
            <a:ext cx="2176272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750" b="1">
                <a:solidFill>
                  <a:srgbClr val="172033"/>
                </a:solidFill>
                <a:latin typeface="Aptos"/>
              </a:rPr>
              <a:t>One assembled prompt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q,o,h,p,ell,u,T,D,c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98864" y="2395728"/>
            <a:ext cx="1389888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750" b="1">
                <a:solidFill>
                  <a:srgbClr val="172033"/>
                </a:solidFill>
                <a:latin typeface="Aptos"/>
              </a:rPr>
              <a:t>Tutor LLM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writes draft y0</a:t>
            </a:r>
          </a:p>
        </p:txBody>
      </p:sp>
      <p:sp>
        <p:nvSpPr>
          <p:cNvPr id="71" name="Diamond 70"/>
          <p:cNvSpPr/>
          <p:nvPr/>
        </p:nvSpPr>
        <p:spPr>
          <a:xfrm>
            <a:off x="10753344" y="2331720"/>
            <a:ext cx="676656" cy="658368"/>
          </a:xfrm>
          <a:prstGeom prst="diamond">
            <a:avLst/>
          </a:prstGeom>
          <a:solidFill>
            <a:srgbClr val="FFE9E6"/>
          </a:solidFill>
          <a:ln w="1397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550" b="1">
                <a:solidFill>
                  <a:srgbClr val="172033"/>
                </a:solidFill>
                <a:latin typeface="Aptos"/>
              </a:rPr>
              <a:t>Retry?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D empty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s_ev&gt;=0.45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98864" y="3986784"/>
            <a:ext cx="1078992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90" b="1">
                <a:solidFill>
                  <a:srgbClr val="172033"/>
                </a:solidFill>
                <a:latin typeface="Aptos"/>
              </a:rPr>
              <a:t>Critic LLM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one pass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479024" y="3931920"/>
            <a:ext cx="932688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90" b="1">
                <a:solidFill>
                  <a:srgbClr val="172033"/>
                </a:solidFill>
                <a:latin typeface="Aptos"/>
              </a:rPr>
              <a:t>Final y</a:t>
            </a:r>
          </a:p>
          <a:p>
            <a:pPr algn="ctr"/>
            <a:r>
              <a:rPr sz="600" b="0">
                <a:solidFill>
                  <a:srgbClr val="64748B"/>
                </a:solidFill>
                <a:latin typeface="Aptos"/>
              </a:rPr>
              <a:t>+ trace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11696" y="3456432"/>
            <a:ext cx="1700784" cy="0"/>
          </a:xfrm>
          <a:prstGeom prst="line">
            <a:avLst/>
          </a:prstGeom>
          <a:ln w="1143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412480" y="1627632"/>
            <a:ext cx="0" cy="1828800"/>
          </a:xfrm>
          <a:prstGeom prst="line">
            <a:avLst/>
          </a:prstGeom>
          <a:ln w="1143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412480" y="1627632"/>
            <a:ext cx="786384" cy="0"/>
          </a:xfrm>
          <a:prstGeom prst="line">
            <a:avLst/>
          </a:prstGeom>
          <a:ln w="1143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412480" y="1627632"/>
            <a:ext cx="786384" cy="0"/>
          </a:xfrm>
          <a:prstGeom prst="line">
            <a:avLst/>
          </a:prstGeom>
          <a:ln w="1143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375904" y="4453128"/>
            <a:ext cx="292608" cy="0"/>
          </a:xfrm>
          <a:prstGeom prst="line">
            <a:avLst/>
          </a:prstGeom>
          <a:ln w="1143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668512" y="1773936"/>
            <a:ext cx="0" cy="2679192"/>
          </a:xfrm>
          <a:prstGeom prst="line">
            <a:avLst/>
          </a:prstGeom>
          <a:ln w="1143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668512" y="1773936"/>
            <a:ext cx="530352" cy="0"/>
          </a:xfrm>
          <a:prstGeom prst="line">
            <a:avLst/>
          </a:prstGeom>
          <a:ln w="1143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668512" y="1773936"/>
            <a:ext cx="530352" cy="0"/>
          </a:xfrm>
          <a:prstGeom prst="line">
            <a:avLst/>
          </a:prstGeom>
          <a:ln w="1143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287000" y="1956816"/>
            <a:ext cx="0" cy="438912"/>
          </a:xfrm>
          <a:prstGeom prst="line">
            <a:avLst/>
          </a:prstGeom>
          <a:ln w="1524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588752" y="2660904"/>
            <a:ext cx="164592" cy="9144"/>
          </a:xfrm>
          <a:prstGeom prst="line">
            <a:avLst/>
          </a:prstGeom>
          <a:ln w="11430">
            <a:solidFill>
              <a:srgbClr val="B423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1091672" y="2990088"/>
            <a:ext cx="0" cy="301752"/>
          </a:xfrm>
          <a:prstGeom prst="line">
            <a:avLst/>
          </a:prstGeom>
          <a:ln w="10795">
            <a:solidFill>
              <a:srgbClr val="B423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8778240" y="3291840"/>
            <a:ext cx="2313432" cy="0"/>
          </a:xfrm>
          <a:prstGeom prst="line">
            <a:avLst/>
          </a:prstGeom>
          <a:ln w="10795">
            <a:solidFill>
              <a:srgbClr val="B423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778240" y="1627632"/>
            <a:ext cx="0" cy="1664208"/>
          </a:xfrm>
          <a:prstGeom prst="line">
            <a:avLst/>
          </a:prstGeom>
          <a:ln w="10795">
            <a:solidFill>
              <a:srgbClr val="B423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7388352" y="1627632"/>
            <a:ext cx="1389888" cy="0"/>
          </a:xfrm>
          <a:prstGeom prst="line">
            <a:avLst/>
          </a:prstGeom>
          <a:ln w="10795">
            <a:solidFill>
              <a:srgbClr val="B423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7388352" y="1627632"/>
            <a:ext cx="1389888" cy="0"/>
          </a:xfrm>
          <a:prstGeom prst="line">
            <a:avLst/>
          </a:prstGeom>
          <a:ln w="10795">
            <a:solidFill>
              <a:srgbClr val="B423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183879" y="3054096"/>
            <a:ext cx="1554480" cy="164592"/>
          </a:xfrm>
          <a:prstGeom prst="rect">
            <a:avLst/>
          </a:prstGeom>
          <a:noFill/>
        </p:spPr>
        <p:txBody>
          <a:bodyPr wrap="none" lIns="54864" tIns="36576" rIns="54864" bIns="36576">
            <a:spAutoFit/>
          </a:bodyPr>
          <a:lstStyle/>
          <a:p>
            <a:pPr algn="ctr"/>
            <a:r>
              <a:rPr sz="580" b="0">
                <a:solidFill>
                  <a:srgbClr val="B42318"/>
                </a:solidFill>
                <a:latin typeface="Aptos"/>
              </a:rPr>
              <a:t>fallback uses Search(I,[q])</a:t>
            </a:r>
          </a:p>
        </p:txBody>
      </p:sp>
      <p:cxnSp>
        <p:nvCxnSpPr>
          <p:cNvPr id="90" name="Connector 89"/>
          <p:cNvCxnSpPr/>
          <p:nvPr/>
        </p:nvCxnSpPr>
        <p:spPr>
          <a:xfrm flipH="1">
            <a:off x="9747504" y="2944368"/>
            <a:ext cx="146304" cy="1042416"/>
          </a:xfrm>
          <a:prstGeom prst="line">
            <a:avLst/>
          </a:prstGeom>
          <a:ln w="1079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277856" y="4242816"/>
            <a:ext cx="201168" cy="0"/>
          </a:xfrm>
          <a:prstGeom prst="line">
            <a:avLst/>
          </a:prstGeom>
          <a:ln w="15240">
            <a:solidFill>
              <a:srgbClr val="B42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2468880" y="4901184"/>
            <a:ext cx="2560320" cy="40233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80" b="0">
                <a:solidFill>
                  <a:srgbClr val="172033"/>
                </a:solidFill>
                <a:latin typeface="Aptos"/>
              </a:rPr>
              <a:t>Agents communicate through structured records, not free-form chat.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162288" y="4956048"/>
            <a:ext cx="2359152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630" b="0">
                <a:solidFill>
                  <a:srgbClr val="172033"/>
                </a:solidFill>
                <a:latin typeface="Aptos"/>
              </a:rPr>
              <a:t>solid = default path     dashed = conditional/fallback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4048" y="6519672"/>
            <a:ext cx="11384280" cy="164592"/>
          </a:xfrm>
          <a:prstGeom prst="rect">
            <a:avLst/>
          </a:prstGeom>
          <a:noFill/>
        </p:spPr>
        <p:txBody>
          <a:bodyPr wrap="none" lIns="54864" tIns="36576" rIns="54864" bIns="36576">
            <a:spAutoFit/>
          </a:bodyPr>
          <a:lstStyle/>
          <a:p>
            <a:pPr algn="ctr"/>
            <a:r>
              <a:rPr sz="580" b="0">
                <a:solidFill>
                  <a:srgbClr val="64748B"/>
                </a:solidFill>
                <a:latin typeface="Aptos"/>
              </a:rPr>
              <a:t>Code-faithful flow from framework_codes/src/eduagentic/orchestration/pipelines.py::HybridFastPipeline and agents/{planner,diagnoser,rubric,tutor,critic}.py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A1105BF-FC84-F1C8-2711-3DF11E64C3E6}"/>
              </a:ext>
            </a:extLst>
          </p:cNvPr>
          <p:cNvGrpSpPr/>
          <p:nvPr/>
        </p:nvGrpSpPr>
        <p:grpSpPr>
          <a:xfrm>
            <a:off x="4284076" y="2738725"/>
            <a:ext cx="1753565" cy="1442599"/>
            <a:chOff x="4377713" y="208551"/>
            <a:chExt cx="1753565" cy="1442599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0763740-929A-1D37-5C76-01102163877F}"/>
                </a:ext>
              </a:extLst>
            </p:cNvPr>
            <p:cNvGrpSpPr/>
            <p:nvPr/>
          </p:nvGrpSpPr>
          <p:grpSpPr>
            <a:xfrm>
              <a:off x="4909370" y="208551"/>
              <a:ext cx="690254" cy="1164614"/>
              <a:chOff x="4133867" y="83835"/>
              <a:chExt cx="690254" cy="1164614"/>
            </a:xfrm>
          </p:grpSpPr>
          <p:pic>
            <p:nvPicPr>
              <p:cNvPr id="111" name="Picture 110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FCF102CA-C703-A267-85A9-9AAC778A02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33867" y="558195"/>
                <a:ext cx="690254" cy="690254"/>
              </a:xfrm>
              <a:prstGeom prst="rect">
                <a:avLst/>
              </a:prstGeom>
            </p:spPr>
          </p:pic>
          <p:pic>
            <p:nvPicPr>
              <p:cNvPr id="114" name="Picture 113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A6782EEF-8D9A-F262-FBD6-557007C74B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1372" y="83835"/>
                <a:ext cx="571175" cy="571175"/>
              </a:xfrm>
              <a:prstGeom prst="rect">
                <a:avLst/>
              </a:prstGeom>
            </p:spPr>
          </p:pic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D43051A-DE3F-C95B-1191-C5444D0D2E6D}"/>
                </a:ext>
              </a:extLst>
            </p:cNvPr>
            <p:cNvSpPr txBox="1"/>
            <p:nvPr/>
          </p:nvSpPr>
          <p:spPr>
            <a:xfrm>
              <a:off x="4377713" y="1281818"/>
              <a:ext cx="17535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Planner Agent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EC12172-276E-31C6-1F5F-03C8011615D8}"/>
              </a:ext>
            </a:extLst>
          </p:cNvPr>
          <p:cNvGrpSpPr/>
          <p:nvPr/>
        </p:nvGrpSpPr>
        <p:grpSpPr>
          <a:xfrm>
            <a:off x="4273967" y="4099575"/>
            <a:ext cx="1753565" cy="1447667"/>
            <a:chOff x="4377713" y="1870304"/>
            <a:chExt cx="1753565" cy="1447667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73BFD2B-9489-7016-4FB3-9DCCF8BFC9EE}"/>
                </a:ext>
              </a:extLst>
            </p:cNvPr>
            <p:cNvGrpSpPr/>
            <p:nvPr/>
          </p:nvGrpSpPr>
          <p:grpSpPr>
            <a:xfrm>
              <a:off x="4926875" y="1870304"/>
              <a:ext cx="671567" cy="1098936"/>
              <a:chOff x="4132078" y="2516824"/>
              <a:chExt cx="671567" cy="1098936"/>
            </a:xfrm>
          </p:grpSpPr>
          <p:pic>
            <p:nvPicPr>
              <p:cNvPr id="105" name="Picture 104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2CB064F4-42AF-45D0-C860-7AFF46965E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32470" y="3044585"/>
                <a:ext cx="571175" cy="571175"/>
              </a:xfrm>
              <a:prstGeom prst="rect">
                <a:avLst/>
              </a:prstGeom>
            </p:spPr>
          </p:pic>
          <p:pic>
            <p:nvPicPr>
              <p:cNvPr id="113" name="Picture 112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6845757B-B02C-CB26-2573-7AC066FE8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2078" y="2516824"/>
                <a:ext cx="571175" cy="571175"/>
              </a:xfrm>
              <a:prstGeom prst="rect">
                <a:avLst/>
              </a:prstGeom>
            </p:spPr>
          </p:pic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746A4642-70AA-6D9A-BF65-4B093561E9AF}"/>
                </a:ext>
              </a:extLst>
            </p:cNvPr>
            <p:cNvSpPr txBox="1"/>
            <p:nvPr/>
          </p:nvSpPr>
          <p:spPr>
            <a:xfrm>
              <a:off x="4377713" y="2948639"/>
              <a:ext cx="17535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Criteria Agent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88539DD-1B46-8824-CA78-EEEE04A39BE0}"/>
              </a:ext>
            </a:extLst>
          </p:cNvPr>
          <p:cNvGrpSpPr/>
          <p:nvPr/>
        </p:nvGrpSpPr>
        <p:grpSpPr>
          <a:xfrm>
            <a:off x="4284076" y="5501901"/>
            <a:ext cx="1753565" cy="1325454"/>
            <a:chOff x="4436071" y="3437667"/>
            <a:chExt cx="1753565" cy="1325454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FC43135F-B72B-CC96-B20F-A49E37E297E8}"/>
                </a:ext>
              </a:extLst>
            </p:cNvPr>
            <p:cNvGrpSpPr/>
            <p:nvPr/>
          </p:nvGrpSpPr>
          <p:grpSpPr>
            <a:xfrm>
              <a:off x="4968909" y="3437667"/>
              <a:ext cx="571175" cy="956122"/>
              <a:chOff x="3316211" y="3167655"/>
              <a:chExt cx="571175" cy="956122"/>
            </a:xfrm>
          </p:grpSpPr>
          <p:pic>
            <p:nvPicPr>
              <p:cNvPr id="107" name="Picture 106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14C0E13E-F69E-1060-056A-15C2ED8417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33574" y="3690831"/>
                <a:ext cx="432946" cy="432946"/>
              </a:xfrm>
              <a:prstGeom prst="rect">
                <a:avLst/>
              </a:prstGeom>
            </p:spPr>
          </p:pic>
          <p:pic>
            <p:nvPicPr>
              <p:cNvPr id="116" name="Picture 115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15EACBD4-69B1-C9A4-C9A6-6FE213FCF2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6211" y="3167655"/>
                <a:ext cx="571175" cy="571175"/>
              </a:xfrm>
              <a:prstGeom prst="rect">
                <a:avLst/>
              </a:prstGeom>
            </p:spPr>
          </p:pic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A2A015B-0720-FD3D-122D-B5B328C2B2F2}"/>
                </a:ext>
              </a:extLst>
            </p:cNvPr>
            <p:cNvSpPr txBox="1"/>
            <p:nvPr/>
          </p:nvSpPr>
          <p:spPr>
            <a:xfrm>
              <a:off x="4436071" y="4393789"/>
              <a:ext cx="17535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Diagnosis Agent</a:t>
              </a:r>
            </a:p>
          </p:txBody>
        </p: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658EA3B-BDF5-E4EB-6BC5-BAFFF2E64496}"/>
              </a:ext>
            </a:extLst>
          </p:cNvPr>
          <p:cNvSpPr/>
          <p:nvPr/>
        </p:nvSpPr>
        <p:spPr>
          <a:xfrm>
            <a:off x="3559031" y="30645"/>
            <a:ext cx="5558075" cy="2200919"/>
          </a:xfrm>
          <a:prstGeom prst="rect">
            <a:avLst/>
          </a:prstGeom>
          <a:solidFill>
            <a:srgbClr val="FFC000">
              <a:alpha val="11859"/>
            </a:srgbClr>
          </a:solidFill>
          <a:ln w="3175">
            <a:solidFill>
              <a:srgbClr val="00000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5801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464D758-7672-500D-C426-18850BC1CF24}"/>
              </a:ext>
            </a:extLst>
          </p:cNvPr>
          <p:cNvSpPr txBox="1"/>
          <p:nvPr/>
        </p:nvSpPr>
        <p:spPr>
          <a:xfrm>
            <a:off x="3598674" y="119657"/>
            <a:ext cx="24489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Supervisor Router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B059EDE-E2DA-7980-0001-07F4CD8B47CD}"/>
              </a:ext>
            </a:extLst>
          </p:cNvPr>
          <p:cNvSpPr/>
          <p:nvPr/>
        </p:nvSpPr>
        <p:spPr>
          <a:xfrm>
            <a:off x="3783387" y="1405321"/>
            <a:ext cx="1552078" cy="405420"/>
          </a:xfrm>
          <a:prstGeom prst="rect">
            <a:avLst/>
          </a:prstGeom>
          <a:solidFill>
            <a:schemeClr val="accent6">
              <a:lumMod val="60000"/>
              <a:lumOff val="40000"/>
              <a:alpha val="49336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Cue Scorer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9143C20-4082-9E0C-0D29-C7127C6CC4E6}"/>
              </a:ext>
            </a:extLst>
          </p:cNvPr>
          <p:cNvGrpSpPr/>
          <p:nvPr/>
        </p:nvGrpSpPr>
        <p:grpSpPr>
          <a:xfrm>
            <a:off x="6193102" y="916200"/>
            <a:ext cx="2637944" cy="369907"/>
            <a:chOff x="6129545" y="1134161"/>
            <a:chExt cx="2637944" cy="369907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C3E20144-2252-2078-F387-B1318904F0B6}"/>
                </a:ext>
              </a:extLst>
            </p:cNvPr>
            <p:cNvSpPr/>
            <p:nvPr/>
          </p:nvSpPr>
          <p:spPr>
            <a:xfrm>
              <a:off x="6129545" y="1134163"/>
              <a:ext cx="542756" cy="369905"/>
            </a:xfrm>
            <a:prstGeom prst="rect">
              <a:avLst/>
            </a:prstGeom>
            <a:solidFill>
              <a:srgbClr val="0070C0">
                <a:alpha val="49336"/>
              </a:srgbClr>
            </a:solidFill>
            <a:ln>
              <a:solidFill>
                <a:srgbClr val="000000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PL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CAEED49-D074-8334-4739-EC29B6410837}"/>
                </a:ext>
              </a:extLst>
            </p:cNvPr>
            <p:cNvSpPr/>
            <p:nvPr/>
          </p:nvSpPr>
          <p:spPr>
            <a:xfrm>
              <a:off x="6818468" y="1134162"/>
              <a:ext cx="542756" cy="36990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49336"/>
              </a:schemeClr>
            </a:solidFill>
            <a:ln>
              <a:solidFill>
                <a:srgbClr val="000000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CF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5E923E03-6D7D-DB9B-3871-687C797EA711}"/>
                </a:ext>
              </a:extLst>
            </p:cNvPr>
            <p:cNvSpPr/>
            <p:nvPr/>
          </p:nvSpPr>
          <p:spPr>
            <a:xfrm>
              <a:off x="8196314" y="1134161"/>
              <a:ext cx="571175" cy="369905"/>
            </a:xfrm>
            <a:prstGeom prst="rect">
              <a:avLst/>
            </a:prstGeom>
            <a:solidFill>
              <a:schemeClr val="accent2">
                <a:lumMod val="75000"/>
                <a:alpha val="49336"/>
              </a:schemeClr>
            </a:solidFill>
            <a:ln>
              <a:solidFill>
                <a:srgbClr val="000000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IM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622F743-9DD7-5C3A-62F1-4870BACB57DD}"/>
                </a:ext>
              </a:extLst>
            </p:cNvPr>
            <p:cNvSpPr/>
            <p:nvPr/>
          </p:nvSpPr>
          <p:spPr>
            <a:xfrm>
              <a:off x="7507391" y="1134162"/>
              <a:ext cx="542756" cy="369905"/>
            </a:xfrm>
            <a:prstGeom prst="rect">
              <a:avLst/>
            </a:prstGeom>
            <a:solidFill>
              <a:srgbClr val="92D050">
                <a:alpha val="49336"/>
              </a:srgbClr>
            </a:solidFill>
            <a:ln>
              <a:solidFill>
                <a:srgbClr val="000000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AR</a:t>
              </a:r>
            </a:p>
          </p:txBody>
        </p: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D912C3CD-EA69-DFB4-7666-F07620371818}"/>
              </a:ext>
            </a:extLst>
          </p:cNvPr>
          <p:cNvSpPr/>
          <p:nvPr/>
        </p:nvSpPr>
        <p:spPr>
          <a:xfrm>
            <a:off x="199897" y="2127004"/>
            <a:ext cx="1493520" cy="3104586"/>
          </a:xfrm>
          <a:prstGeom prst="rect">
            <a:avLst/>
          </a:prstGeom>
          <a:solidFill>
            <a:srgbClr val="000000">
              <a:alpha val="14902"/>
            </a:srgbClr>
          </a:solidFill>
          <a:ln>
            <a:solidFill>
              <a:srgbClr val="00000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5801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EBED5D9-D1A0-6EFB-AFA2-55B4E54809C5}"/>
              </a:ext>
            </a:extLst>
          </p:cNvPr>
          <p:cNvSpPr txBox="1"/>
          <p:nvPr/>
        </p:nvSpPr>
        <p:spPr>
          <a:xfrm>
            <a:off x="5785556" y="554942"/>
            <a:ext cx="3437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Response Regime </a:t>
            </a:r>
            <a:r>
              <a:rPr lang="en-US" dirty="0"/>
              <a:t>R(x) </a:t>
            </a:r>
            <a:r>
              <a:rPr lang="en-US" sz="1800" dirty="0"/>
              <a:t>Selection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7CE50-4421-53F8-F894-185BC86014DF}"/>
              </a:ext>
            </a:extLst>
          </p:cNvPr>
          <p:cNvSpPr/>
          <p:nvPr/>
        </p:nvSpPr>
        <p:spPr>
          <a:xfrm>
            <a:off x="435094" y="2537313"/>
            <a:ext cx="1034613" cy="299385"/>
          </a:xfrm>
          <a:prstGeom prst="rect">
            <a:avLst/>
          </a:prstGeom>
          <a:solidFill>
            <a:schemeClr val="bg1">
              <a:lumMod val="50000"/>
              <a:alpha val="30013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1B557A1-59E1-0D46-73A7-4F04881AD809}"/>
              </a:ext>
            </a:extLst>
          </p:cNvPr>
          <p:cNvSpPr txBox="1"/>
          <p:nvPr/>
        </p:nvSpPr>
        <p:spPr>
          <a:xfrm>
            <a:off x="235460" y="2129859"/>
            <a:ext cx="1422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Input Entry x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6A7A591-56D9-2F19-C82E-A32315A0E15F}"/>
              </a:ext>
            </a:extLst>
          </p:cNvPr>
          <p:cNvSpPr/>
          <p:nvPr/>
        </p:nvSpPr>
        <p:spPr>
          <a:xfrm>
            <a:off x="435093" y="2967762"/>
            <a:ext cx="1034613" cy="299385"/>
          </a:xfrm>
          <a:prstGeom prst="rect">
            <a:avLst/>
          </a:prstGeom>
          <a:solidFill>
            <a:schemeClr val="tx1">
              <a:lumMod val="85000"/>
              <a:lumOff val="15000"/>
              <a:alpha val="51079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options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FE9B136-27B9-50F3-D293-C66FDD49492E}"/>
              </a:ext>
            </a:extLst>
          </p:cNvPr>
          <p:cNvSpPr txBox="1"/>
          <p:nvPr/>
        </p:nvSpPr>
        <p:spPr>
          <a:xfrm>
            <a:off x="6504041" y="1303369"/>
            <a:ext cx="2016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Retrieval Gate G(x)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6808A9A-3132-CC40-77CD-8D22C1883F24}"/>
              </a:ext>
            </a:extLst>
          </p:cNvPr>
          <p:cNvSpPr/>
          <p:nvPr/>
        </p:nvSpPr>
        <p:spPr>
          <a:xfrm>
            <a:off x="435092" y="3396576"/>
            <a:ext cx="1034613" cy="299385"/>
          </a:xfrm>
          <a:prstGeom prst="rect">
            <a:avLst/>
          </a:prstGeom>
          <a:solidFill>
            <a:schemeClr val="tx1">
              <a:lumMod val="85000"/>
              <a:lumOff val="15000"/>
              <a:alpha val="51079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context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3FDF41E-8AEF-1E32-5775-129E4BF93F25}"/>
              </a:ext>
            </a:extLst>
          </p:cNvPr>
          <p:cNvSpPr/>
          <p:nvPr/>
        </p:nvSpPr>
        <p:spPr>
          <a:xfrm>
            <a:off x="435091" y="3810839"/>
            <a:ext cx="1034613" cy="299385"/>
          </a:xfrm>
          <a:prstGeom prst="rect">
            <a:avLst/>
          </a:prstGeom>
          <a:solidFill>
            <a:schemeClr val="tx1">
              <a:lumMod val="85000"/>
              <a:lumOff val="15000"/>
              <a:alpha val="51079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history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6F84E33-0A55-9F9C-5A8F-F6AFBFBD83AF}"/>
              </a:ext>
            </a:extLst>
          </p:cNvPr>
          <p:cNvSpPr/>
          <p:nvPr/>
        </p:nvSpPr>
        <p:spPr>
          <a:xfrm>
            <a:off x="435091" y="4249416"/>
            <a:ext cx="1034613" cy="299385"/>
          </a:xfrm>
          <a:prstGeom prst="rect">
            <a:avLst/>
          </a:prstGeom>
          <a:solidFill>
            <a:schemeClr val="tx1">
              <a:lumMod val="85000"/>
              <a:lumOff val="15000"/>
              <a:alpha val="51079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criteria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DD04917-EE8D-F470-E69D-AC98C27FBCCA}"/>
              </a:ext>
            </a:extLst>
          </p:cNvPr>
          <p:cNvSpPr/>
          <p:nvPr/>
        </p:nvSpPr>
        <p:spPr>
          <a:xfrm>
            <a:off x="5975582" y="607702"/>
            <a:ext cx="3020500" cy="758582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C916FDD-FF9A-1B5E-25F2-84AFBA6672F6}"/>
              </a:ext>
            </a:extLst>
          </p:cNvPr>
          <p:cNvSpPr/>
          <p:nvPr/>
        </p:nvSpPr>
        <p:spPr>
          <a:xfrm>
            <a:off x="435090" y="4694617"/>
            <a:ext cx="1034613" cy="299385"/>
          </a:xfrm>
          <a:prstGeom prst="rect">
            <a:avLst/>
          </a:prstGeom>
          <a:solidFill>
            <a:schemeClr val="tx1">
              <a:lumMod val="85000"/>
              <a:lumOff val="15000"/>
              <a:alpha val="51079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images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AA838CA-AC1C-70EC-4712-6B9B22ABDE96}"/>
              </a:ext>
            </a:extLst>
          </p:cNvPr>
          <p:cNvGrpSpPr/>
          <p:nvPr/>
        </p:nvGrpSpPr>
        <p:grpSpPr>
          <a:xfrm>
            <a:off x="7226612" y="1569791"/>
            <a:ext cx="615714" cy="615714"/>
            <a:chOff x="7204216" y="1488035"/>
            <a:chExt cx="615714" cy="615714"/>
          </a:xfrm>
        </p:grpSpPr>
        <p:pic>
          <p:nvPicPr>
            <p:cNvPr id="141" name="Picture 14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CE0FDB5-C599-5567-D3C6-FD2F09305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04216" y="1488035"/>
              <a:ext cx="615714" cy="615714"/>
            </a:xfrm>
            <a:prstGeom prst="rect">
              <a:avLst/>
            </a:prstGeom>
          </p:spPr>
        </p:pic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3DA8E92-6A43-1D4B-D6FD-713C643B5754}"/>
                </a:ext>
              </a:extLst>
            </p:cNvPr>
            <p:cNvSpPr/>
            <p:nvPr/>
          </p:nvSpPr>
          <p:spPr>
            <a:xfrm>
              <a:off x="7228763" y="1514902"/>
              <a:ext cx="550223" cy="55166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9" name="Elbow Connector 148">
            <a:extLst>
              <a:ext uri="{FF2B5EF4-FFF2-40B4-BE49-F238E27FC236}">
                <a16:creationId xmlns:a16="http://schemas.microsoft.com/office/drawing/2014/main" id="{5791E704-512C-353F-B6B7-8E436058378C}"/>
              </a:ext>
            </a:extLst>
          </p:cNvPr>
          <p:cNvCxnSpPr>
            <a:cxnSpLocks/>
            <a:stCxn id="130" idx="3"/>
          </p:cNvCxnSpPr>
          <p:nvPr/>
        </p:nvCxnSpPr>
        <p:spPr>
          <a:xfrm flipV="1">
            <a:off x="5335465" y="1007202"/>
            <a:ext cx="616367" cy="60082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Elbow Connector 152">
            <a:extLst>
              <a:ext uri="{FF2B5EF4-FFF2-40B4-BE49-F238E27FC236}">
                <a16:creationId xmlns:a16="http://schemas.microsoft.com/office/drawing/2014/main" id="{7483A34A-C789-1C5F-E7AE-4435E698B33F}"/>
              </a:ext>
            </a:extLst>
          </p:cNvPr>
          <p:cNvCxnSpPr>
            <a:cxnSpLocks/>
            <a:stCxn id="130" idx="3"/>
            <a:endCxn id="141" idx="1"/>
          </p:cNvCxnSpPr>
          <p:nvPr/>
        </p:nvCxnSpPr>
        <p:spPr>
          <a:xfrm>
            <a:off x="5335465" y="1608031"/>
            <a:ext cx="1891147" cy="269617"/>
          </a:xfrm>
          <a:prstGeom prst="bentConnector3">
            <a:avLst>
              <a:gd name="adj1" fmla="val 1633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D05CC95-FA0B-A639-C46C-91511619545C}"/>
              </a:ext>
            </a:extLst>
          </p:cNvPr>
          <p:cNvSpPr/>
          <p:nvPr/>
        </p:nvSpPr>
        <p:spPr>
          <a:xfrm>
            <a:off x="3817347" y="2261415"/>
            <a:ext cx="2602955" cy="453556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037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323</Words>
  <Application>Microsoft Macintosh PowerPoint</Application>
  <PresentationFormat>Widescreen</PresentationFormat>
  <Paragraphs>80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Groot</cp:lastModifiedBy>
  <cp:revision>10</cp:revision>
  <dcterms:created xsi:type="dcterms:W3CDTF">2013-01-27T09:14:16Z</dcterms:created>
  <dcterms:modified xsi:type="dcterms:W3CDTF">2026-05-04T02:35:45Z</dcterms:modified>
  <cp:category/>
</cp:coreProperties>
</file>