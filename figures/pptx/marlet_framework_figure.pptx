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28016"/>
            <a:ext cx="8778240" cy="347472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MARLET Framework: Multi-Agent Retrieval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493776"/>
            <a:ext cx="8778240" cy="237744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Coordination scopes the evidence need; retrieval is called only when it is worth spending.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72600" y="164592"/>
            <a:ext cx="2423160" cy="5029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850" b="1">
                <a:solidFill>
                  <a:srgbClr val="172033"/>
                </a:solidFill>
                <a:latin typeface="Aptos"/>
              </a:rPr>
              <a:t>Shared LLM backbone</a:t>
            </a:r>
          </a:p>
          <a:p>
            <a:pPr algn="ctr"/>
            <a:r>
              <a:rPr sz="650" b="0">
                <a:solidFill>
                  <a:srgbClr val="64748B"/>
                </a:solidFill>
                <a:latin typeface="Aptos"/>
              </a:rPr>
              <a:t>Qwen3.5, budget 512, cap 900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960120"/>
            <a:ext cx="1572768" cy="4608576"/>
          </a:xfrm>
          <a:prstGeom prst="roundRect">
            <a:avLst/>
          </a:prstGeom>
          <a:solidFill>
            <a:srgbClr val="E8F0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353312" cy="182880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650" b="1">
                <a:solidFill>
                  <a:srgbClr val="2563EB"/>
                </a:solidFill>
                <a:latin typeface="Aptos"/>
              </a:rPr>
              <a:t>1. 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960120"/>
            <a:ext cx="2907792" cy="4608576"/>
          </a:xfrm>
          <a:prstGeom prst="roundRect">
            <a:avLst/>
          </a:prstGeom>
          <a:solidFill>
            <a:srgbClr val="E8F7ED"/>
          </a:solidFill>
          <a:ln w="1016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4288" y="987552"/>
            <a:ext cx="2688336" cy="182880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650" b="1">
                <a:solidFill>
                  <a:srgbClr val="15803D"/>
                </a:solidFill>
                <a:latin typeface="Aptos"/>
              </a:rPr>
              <a:t>2. LLM specialists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76672" y="960120"/>
            <a:ext cx="1591056" cy="4608576"/>
          </a:xfrm>
          <a:prstGeom prst="roundRect">
            <a:avLst/>
          </a:prstGeom>
          <a:solidFill>
            <a:srgbClr val="FFF3D6"/>
          </a:solidFill>
          <a:ln w="10160">
            <a:solidFill>
              <a:srgbClr val="B77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987552"/>
            <a:ext cx="1371600" cy="182880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650" b="1">
                <a:solidFill>
                  <a:srgbClr val="B7791F"/>
                </a:solidFill>
                <a:latin typeface="Aptos"/>
              </a:rPr>
              <a:t>3. Brief + gate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5472" y="960120"/>
            <a:ext cx="1463040" cy="4608576"/>
          </a:xfrm>
          <a:prstGeom prst="roundRect">
            <a:avLst/>
          </a:prstGeom>
          <a:solidFill>
            <a:srgbClr val="DDF7F4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987552"/>
            <a:ext cx="1243584" cy="182880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650" b="1">
                <a:solidFill>
                  <a:srgbClr val="0F766E"/>
                </a:solidFill>
                <a:latin typeface="Aptos"/>
              </a:rPr>
              <a:t>4. Retrieval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960120"/>
            <a:ext cx="2907792" cy="4608576"/>
          </a:xfrm>
          <a:prstGeom prst="roundRect">
            <a:avLst/>
          </a:prstGeom>
          <a:solidFill>
            <a:srgbClr val="F0E7FF"/>
          </a:solidFill>
          <a:ln w="1016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987552"/>
            <a:ext cx="2688336" cy="182880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650" b="1">
                <a:solidFill>
                  <a:srgbClr val="6D28D9"/>
                </a:solidFill>
                <a:latin typeface="Aptos"/>
              </a:rPr>
              <a:t>5. Prompt +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298448"/>
            <a:ext cx="1133856" cy="49377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780" b="1">
                <a:solidFill>
                  <a:srgbClr val="172033"/>
                </a:solidFill>
                <a:latin typeface="Aptos"/>
              </a:rPr>
              <a:t>Input x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q,o,c,h,r,v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048256"/>
            <a:ext cx="1133856" cy="49377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770" b="1">
                <a:solidFill>
                  <a:srgbClr val="172033"/>
                </a:solidFill>
                <a:latin typeface="Aptos"/>
              </a:rPr>
              <a:t>Router blob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q+c+r+h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798064"/>
            <a:ext cx="1133856" cy="5852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90" b="1">
                <a:solidFill>
                  <a:srgbClr val="172033"/>
                </a:solidFill>
                <a:latin typeface="Aptos"/>
              </a:rPr>
              <a:t>Cue scores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s_ev,s_cr,s_pl,s_ad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57600"/>
            <a:ext cx="1133856" cy="49377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750" b="1">
                <a:solidFill>
                  <a:srgbClr val="172033"/>
                </a:solidFill>
                <a:latin typeface="Aptos"/>
              </a:rPr>
              <a:t>RouteDecision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R,G,roles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33856" y="1792224"/>
            <a:ext cx="0" cy="256032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33856" y="2542032"/>
            <a:ext cx="0" cy="256032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33856" y="3383280"/>
            <a:ext cx="0" cy="27432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487168" y="1280160"/>
            <a:ext cx="2322576" cy="4389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740" b="1">
                <a:solidFill>
                  <a:srgbClr val="172033"/>
                </a:solidFill>
                <a:latin typeface="Aptos"/>
              </a:rPr>
              <a:t>Base AgentContext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example + route + budget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95728" y="2103120"/>
            <a:ext cx="1188720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80" b="1">
                <a:solidFill>
                  <a:srgbClr val="172033"/>
                </a:solidFill>
                <a:latin typeface="Aptos"/>
              </a:rPr>
              <a:t>Planner LLM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strategy a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queries 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2103120"/>
            <a:ext cx="1188720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80" b="1">
                <a:solidFill>
                  <a:srgbClr val="172033"/>
                </a:solidFill>
                <a:latin typeface="Aptos"/>
              </a:rPr>
              <a:t>Diagnoser LLM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visible state ell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95728" y="3127248"/>
            <a:ext cx="1188720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80" b="1">
                <a:solidFill>
                  <a:srgbClr val="172033"/>
                </a:solidFill>
                <a:latin typeface="Aptos"/>
              </a:rPr>
              <a:t>Criteria LLM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rubric summary 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3127248"/>
            <a:ext cx="1188720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80" b="1">
                <a:solidFill>
                  <a:srgbClr val="172033"/>
                </a:solidFill>
                <a:latin typeface="Aptos"/>
              </a:rPr>
              <a:t>Tools T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bounded local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max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0320" y="4242816"/>
            <a:ext cx="2176272" cy="438912"/>
          </a:xfrm>
          <a:prstGeom prst="roundRect">
            <a:avLst/>
          </a:prstGeom>
          <a:solidFill>
            <a:srgbClr val="E8F7ED"/>
          </a:solidFill>
          <a:ln w="1397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80" b="1">
                <a:solidFill>
                  <a:srgbClr val="172033"/>
                </a:solidFill>
                <a:latin typeface="Aptos"/>
              </a:rPr>
              <a:t>Coordinator merge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AgentResults -&gt; response 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35808" y="1792224"/>
            <a:ext cx="1225296" cy="164592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610" b="1">
                <a:solidFill>
                  <a:srgbClr val="15803D"/>
                </a:solidFill>
                <a:latin typeface="Aptos"/>
              </a:rPr>
              <a:t>parallel async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00784" y="3904487"/>
            <a:ext cx="356616" cy="0"/>
          </a:xfrm>
          <a:prstGeom prst="line">
            <a:avLst/>
          </a:prstGeom>
          <a:ln w="1206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57400" y="1499616"/>
            <a:ext cx="0" cy="2404871"/>
          </a:xfrm>
          <a:prstGeom prst="line">
            <a:avLst/>
          </a:prstGeom>
          <a:ln w="1206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57400" y="1499616"/>
            <a:ext cx="429768" cy="0"/>
          </a:xfrm>
          <a:prstGeom prst="line">
            <a:avLst/>
          </a:prstGeom>
          <a:ln w="1206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057400" y="1499616"/>
            <a:ext cx="429768" cy="0"/>
          </a:xfrm>
          <a:prstGeom prst="line">
            <a:avLst/>
          </a:prstGeom>
          <a:ln w="1206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648456" y="1719072"/>
            <a:ext cx="0" cy="182880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990088" y="1901952"/>
            <a:ext cx="658368" cy="0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990088" y="1901952"/>
            <a:ext cx="0" cy="201168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90088" y="1901952"/>
            <a:ext cx="0" cy="201168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648456" y="1719072"/>
            <a:ext cx="0" cy="182880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648456" y="1901952"/>
            <a:ext cx="603504" cy="0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51960" y="1901952"/>
            <a:ext cx="0" cy="201168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251960" y="1901952"/>
            <a:ext cx="0" cy="201168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48456" y="1719072"/>
            <a:ext cx="0" cy="1225296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990088" y="2944368"/>
            <a:ext cx="658368" cy="0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990088" y="2944368"/>
            <a:ext cx="0" cy="182880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990088" y="2944368"/>
            <a:ext cx="0" cy="182880"/>
          </a:xfrm>
          <a:prstGeom prst="line">
            <a:avLst/>
          </a:prstGeom>
          <a:ln w="10795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648456" y="1719072"/>
            <a:ext cx="0" cy="1225296"/>
          </a:xfrm>
          <a:prstGeom prst="line">
            <a:avLst/>
          </a:prstGeom>
          <a:ln w="10795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648456" y="2944368"/>
            <a:ext cx="603504" cy="0"/>
          </a:xfrm>
          <a:prstGeom prst="line">
            <a:avLst/>
          </a:prstGeom>
          <a:ln w="10795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251960" y="2944368"/>
            <a:ext cx="0" cy="182880"/>
          </a:xfrm>
          <a:prstGeom prst="line">
            <a:avLst/>
          </a:prstGeom>
          <a:ln w="10795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251960" y="2944368"/>
            <a:ext cx="0" cy="182880"/>
          </a:xfrm>
          <a:prstGeom prst="line">
            <a:avLst/>
          </a:prstGeom>
          <a:ln w="10795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90088" y="2670048"/>
            <a:ext cx="0" cy="1572768"/>
          </a:xfrm>
          <a:prstGeom prst="line">
            <a:avLst/>
          </a:prstGeom>
          <a:ln w="10160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251960" y="2670048"/>
            <a:ext cx="0" cy="1572768"/>
          </a:xfrm>
          <a:prstGeom prst="line">
            <a:avLst/>
          </a:prstGeom>
          <a:ln w="10160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90088" y="3694176"/>
            <a:ext cx="0" cy="548640"/>
          </a:xfrm>
          <a:prstGeom prst="line">
            <a:avLst/>
          </a:prstGeom>
          <a:ln w="10160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251960" y="3694176"/>
            <a:ext cx="0" cy="548640"/>
          </a:xfrm>
          <a:prstGeom prst="line">
            <a:avLst/>
          </a:prstGeom>
          <a:ln w="10160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5577840" y="1847088"/>
            <a:ext cx="1170432" cy="640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77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710" b="1">
                <a:solidFill>
                  <a:srgbClr val="172033"/>
                </a:solidFill>
                <a:latin typeface="Aptos"/>
              </a:rPr>
              <a:t>Response brief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p,ell,u,T</a:t>
            </a:r>
          </a:p>
        </p:txBody>
      </p:sp>
      <p:sp>
        <p:nvSpPr>
          <p:cNvPr id="54" name="Diamond 53"/>
          <p:cNvSpPr/>
          <p:nvPr/>
        </p:nvSpPr>
        <p:spPr>
          <a:xfrm>
            <a:off x="5596128" y="3063240"/>
            <a:ext cx="1115568" cy="786384"/>
          </a:xfrm>
          <a:prstGeom prst="diamond">
            <a:avLst/>
          </a:prstGeom>
          <a:solidFill>
            <a:srgbClr val="FFF3D6"/>
          </a:solidFill>
          <a:ln w="13970">
            <a:solidFill>
              <a:srgbClr val="B77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40" b="1">
                <a:solidFill>
                  <a:srgbClr val="172033"/>
                </a:solidFill>
                <a:latin typeface="Aptos"/>
              </a:rPr>
              <a:t>G=1?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s_ev&gt;=0.35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or R=EG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04688" y="3968496"/>
            <a:ext cx="1353312" cy="182880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no: D is empty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4736592" y="2167128"/>
            <a:ext cx="841248" cy="2295144"/>
          </a:xfrm>
          <a:prstGeom prst="line">
            <a:avLst/>
          </a:prstGeom>
          <a:ln w="11430">
            <a:solidFill>
              <a:srgbClr val="1580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63056" y="2487168"/>
            <a:ext cx="0" cy="576072"/>
          </a:xfrm>
          <a:prstGeom prst="line">
            <a:avLst/>
          </a:prstGeom>
          <a:ln w="15240">
            <a:solidFill>
              <a:srgbClr val="B77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7388352" y="1627632"/>
            <a:ext cx="987552" cy="4754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90" b="1">
                <a:solidFill>
                  <a:srgbClr val="172033"/>
                </a:solidFill>
                <a:latin typeface="Aptos"/>
              </a:rPr>
              <a:t>Search(I,P)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planner queries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87168"/>
            <a:ext cx="987552" cy="4754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70" b="1">
                <a:solidFill>
                  <a:srgbClr val="172033"/>
                </a:solidFill>
                <a:latin typeface="Aptos"/>
              </a:rPr>
              <a:t>HybridIndex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word+char+SVD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88352" y="3346704"/>
            <a:ext cx="987552" cy="5120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60" b="1">
                <a:solidFill>
                  <a:srgbClr val="172033"/>
                </a:solidFill>
                <a:latin typeface="Aptos"/>
              </a:rPr>
              <a:t>Dedup/Rerank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MMR pack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88352" y="4242816"/>
            <a:ext cx="987552" cy="420624"/>
          </a:xfrm>
          <a:prstGeom prst="roundRect">
            <a:avLst/>
          </a:prstGeom>
          <a:solidFill>
            <a:srgbClr val="DDF7F4"/>
          </a:solidFill>
          <a:ln w="1397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70" b="1">
                <a:solidFill>
                  <a:srgbClr val="172033"/>
                </a:solidFill>
                <a:latin typeface="Aptos"/>
              </a:rPr>
              <a:t>Evidence D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&lt;=4 chunks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11696" y="3456432"/>
            <a:ext cx="384048" cy="0"/>
          </a:xfrm>
          <a:prstGeom prst="line">
            <a:avLst/>
          </a:prstGeom>
          <a:ln w="127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095744" y="1865376"/>
            <a:ext cx="0" cy="1591056"/>
          </a:xfrm>
          <a:prstGeom prst="line">
            <a:avLst/>
          </a:prstGeom>
          <a:ln w="127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095744" y="1865376"/>
            <a:ext cx="292608" cy="0"/>
          </a:xfrm>
          <a:prstGeom prst="line">
            <a:avLst/>
          </a:prstGeom>
          <a:ln w="127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095744" y="1865376"/>
            <a:ext cx="292608" cy="0"/>
          </a:xfrm>
          <a:prstGeom prst="line">
            <a:avLst/>
          </a:prstGeom>
          <a:ln w="127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882127" y="2103120"/>
            <a:ext cx="0" cy="384048"/>
          </a:xfrm>
          <a:prstGeom prst="line">
            <a:avLst/>
          </a:prstGeom>
          <a:ln w="1524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882127" y="2962656"/>
            <a:ext cx="0" cy="384048"/>
          </a:xfrm>
          <a:prstGeom prst="line">
            <a:avLst/>
          </a:prstGeom>
          <a:ln w="1524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882127" y="3858768"/>
            <a:ext cx="0" cy="384048"/>
          </a:xfrm>
          <a:prstGeom prst="line">
            <a:avLst/>
          </a:prstGeom>
          <a:ln w="1524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198864" y="1298448"/>
            <a:ext cx="2176272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750" b="1">
                <a:solidFill>
                  <a:srgbClr val="172033"/>
                </a:solidFill>
                <a:latin typeface="Aptos"/>
              </a:rPr>
              <a:t>One assembled prompt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q,o,h,p,ell,u,T,D,c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98864" y="2395728"/>
            <a:ext cx="1389888" cy="548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750" b="1">
                <a:solidFill>
                  <a:srgbClr val="172033"/>
                </a:solidFill>
                <a:latin typeface="Aptos"/>
              </a:rPr>
              <a:t>Tutor LLM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writes draft y0</a:t>
            </a:r>
          </a:p>
        </p:txBody>
      </p:sp>
      <p:sp>
        <p:nvSpPr>
          <p:cNvPr id="71" name="Diamond 70"/>
          <p:cNvSpPr/>
          <p:nvPr/>
        </p:nvSpPr>
        <p:spPr>
          <a:xfrm>
            <a:off x="10753344" y="2331720"/>
            <a:ext cx="676656" cy="658368"/>
          </a:xfrm>
          <a:prstGeom prst="diamond">
            <a:avLst/>
          </a:prstGeom>
          <a:solidFill>
            <a:srgbClr val="FFE9E6"/>
          </a:solidFill>
          <a:ln w="1397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550" b="1">
                <a:solidFill>
                  <a:srgbClr val="172033"/>
                </a:solidFill>
                <a:latin typeface="Aptos"/>
              </a:rPr>
              <a:t>Retry?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D empty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s_ev&gt;=0.45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98864" y="3986784"/>
            <a:ext cx="1078992" cy="5120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90" b="1">
                <a:solidFill>
                  <a:srgbClr val="172033"/>
                </a:solidFill>
                <a:latin typeface="Aptos"/>
              </a:rPr>
              <a:t>Critic LLM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one pass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79024" y="3931920"/>
            <a:ext cx="932688" cy="6217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90" b="1">
                <a:solidFill>
                  <a:srgbClr val="172033"/>
                </a:solidFill>
                <a:latin typeface="Aptos"/>
              </a:rPr>
              <a:t>Final y</a:t>
            </a:r>
          </a:p>
          <a:p>
            <a:pPr algn="ctr"/>
            <a:r>
              <a:rPr sz="600" b="0">
                <a:solidFill>
                  <a:srgbClr val="64748B"/>
                </a:solidFill>
                <a:latin typeface="Aptos"/>
              </a:rPr>
              <a:t>+ trace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711696" y="3456432"/>
            <a:ext cx="1700784" cy="0"/>
          </a:xfrm>
          <a:prstGeom prst="line">
            <a:avLst/>
          </a:prstGeom>
          <a:ln w="11430">
            <a:solidFill>
              <a:srgbClr val="172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412480" y="1627632"/>
            <a:ext cx="0" cy="1828800"/>
          </a:xfrm>
          <a:prstGeom prst="line">
            <a:avLst/>
          </a:prstGeom>
          <a:ln w="11430">
            <a:solidFill>
              <a:srgbClr val="172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12480" y="1627632"/>
            <a:ext cx="786384" cy="0"/>
          </a:xfrm>
          <a:prstGeom prst="line">
            <a:avLst/>
          </a:prstGeom>
          <a:ln w="11430">
            <a:solidFill>
              <a:srgbClr val="172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412480" y="1627632"/>
            <a:ext cx="786384" cy="0"/>
          </a:xfrm>
          <a:prstGeom prst="line">
            <a:avLst/>
          </a:prstGeom>
          <a:ln w="11430">
            <a:solidFill>
              <a:srgbClr val="172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375904" y="4453128"/>
            <a:ext cx="292608" cy="0"/>
          </a:xfrm>
          <a:prstGeom prst="line">
            <a:avLst/>
          </a:prstGeom>
          <a:ln w="1143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668512" y="1773936"/>
            <a:ext cx="0" cy="2679192"/>
          </a:xfrm>
          <a:prstGeom prst="line">
            <a:avLst/>
          </a:prstGeom>
          <a:ln w="1143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668512" y="1773936"/>
            <a:ext cx="530352" cy="0"/>
          </a:xfrm>
          <a:prstGeom prst="line">
            <a:avLst/>
          </a:prstGeom>
          <a:ln w="1143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668512" y="1773936"/>
            <a:ext cx="530352" cy="0"/>
          </a:xfrm>
          <a:prstGeom prst="line">
            <a:avLst/>
          </a:prstGeom>
          <a:ln w="1143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287000" y="1956816"/>
            <a:ext cx="0" cy="438912"/>
          </a:xfrm>
          <a:prstGeom prst="line">
            <a:avLst/>
          </a:prstGeom>
          <a:ln w="152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0588752" y="2660904"/>
            <a:ext cx="164592" cy="9144"/>
          </a:xfrm>
          <a:prstGeom prst="line">
            <a:avLst/>
          </a:prstGeom>
          <a:ln w="11430">
            <a:solidFill>
              <a:srgbClr val="B423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1091672" y="2990088"/>
            <a:ext cx="0" cy="301752"/>
          </a:xfrm>
          <a:prstGeom prst="line">
            <a:avLst/>
          </a:prstGeom>
          <a:ln w="10795">
            <a:solidFill>
              <a:srgbClr val="B423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8778240" y="3291840"/>
            <a:ext cx="2313432" cy="0"/>
          </a:xfrm>
          <a:prstGeom prst="line">
            <a:avLst/>
          </a:prstGeom>
          <a:ln w="10795">
            <a:solidFill>
              <a:srgbClr val="B423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778240" y="1627632"/>
            <a:ext cx="0" cy="1664208"/>
          </a:xfrm>
          <a:prstGeom prst="line">
            <a:avLst/>
          </a:prstGeom>
          <a:ln w="10795">
            <a:solidFill>
              <a:srgbClr val="B423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7388352" y="1627632"/>
            <a:ext cx="1389888" cy="0"/>
          </a:xfrm>
          <a:prstGeom prst="line">
            <a:avLst/>
          </a:prstGeom>
          <a:ln w="10795">
            <a:solidFill>
              <a:srgbClr val="B423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7388352" y="1627632"/>
            <a:ext cx="1389888" cy="0"/>
          </a:xfrm>
          <a:prstGeom prst="line">
            <a:avLst/>
          </a:prstGeom>
          <a:ln w="10795">
            <a:solidFill>
              <a:srgbClr val="B4231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8183879" y="3054096"/>
            <a:ext cx="1554480" cy="164592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580" b="0">
                <a:solidFill>
                  <a:srgbClr val="B42318"/>
                </a:solidFill>
                <a:latin typeface="Aptos"/>
              </a:rPr>
              <a:t>fallback uses Search(I,[q])</a:t>
            </a:r>
          </a:p>
        </p:txBody>
      </p:sp>
      <p:cxnSp>
        <p:nvCxnSpPr>
          <p:cNvPr id="90" name="Connector 89"/>
          <p:cNvCxnSpPr/>
          <p:nvPr/>
        </p:nvCxnSpPr>
        <p:spPr>
          <a:xfrm flipH="1">
            <a:off x="9747504" y="2944368"/>
            <a:ext cx="146304" cy="1042416"/>
          </a:xfrm>
          <a:prstGeom prst="line">
            <a:avLst/>
          </a:prstGeom>
          <a:ln w="10795">
            <a:solidFill>
              <a:srgbClr val="172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0277856" y="4242816"/>
            <a:ext cx="201168" cy="0"/>
          </a:xfrm>
          <a:prstGeom prst="line">
            <a:avLst/>
          </a:prstGeom>
          <a:ln w="15240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2468880" y="4901184"/>
            <a:ext cx="256032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80" b="0">
                <a:solidFill>
                  <a:srgbClr val="172033"/>
                </a:solidFill>
                <a:latin typeface="Aptos"/>
              </a:rPr>
              <a:t>Agents communicate through structured records, not free-form chat.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162288" y="4956048"/>
            <a:ext cx="2359152" cy="31089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/>
          <a:lstStyle/>
          <a:p>
            <a:pPr algn="ctr"/>
            <a:r>
              <a:rPr sz="630" b="0">
                <a:solidFill>
                  <a:srgbClr val="172033"/>
                </a:solidFill>
                <a:latin typeface="Aptos"/>
              </a:rPr>
              <a:t>solid = default path     dashed = conditional/fallback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4048" y="6519672"/>
            <a:ext cx="11384280" cy="164592"/>
          </a:xfrm>
          <a:prstGeom prst="rect">
            <a:avLst/>
          </a:prstGeom>
          <a:noFill/>
        </p:spPr>
        <p:txBody>
          <a:bodyPr wrap="none" lIns="54864" rIns="54864" tIns="36576" bIns="36576">
            <a:spAutoFit/>
          </a:bodyPr>
          <a:lstStyle/>
          <a:p>
            <a:pPr algn="ctr"/>
            <a:r>
              <a:rPr sz="580" b="0">
                <a:solidFill>
                  <a:srgbClr val="64748B"/>
                </a:solidFill>
                <a:latin typeface="Aptos"/>
              </a:rPr>
              <a:t>Code-faithful flow from framework_codes/src/eduagentic/orchestration/pipelines.py::HybridFastPipeline and agents/{planner,diagnoser,rubric,tutor,critic}.py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